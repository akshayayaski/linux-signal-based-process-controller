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title, the three team members with their registration numbers, and the faculty guide, K. Hema.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problem: Linux processes can be controlled through signals, but doing it by hand is error-prone. Our controller wraps this into one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goals: launch and track, pause and resume, graceful termination, and handling signals the controller itself receives.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flow left to right: commands go to the controller, which sends signals to child processes. Children report back through SIGCHLD.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SIGSTOP and SIGKILL cannot be caught, which is why they are reliable for pause and force kill. SIGTERM gives the process a chance to clean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step maps to one system call: parsing is plain input handling, then fork and exec, kill, and waitpid inside a SIGCHLD handler.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key calls only. fork creates the child, execvp loads the program, kill delivers signals, sigaction installs the SIGCHLD handler and waitpid reaps finished children.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brief: the project relies only on standard Linux tools and the C library. Update the table if your team used a different language or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how each test was run and observed with ps or top. Add your actual pass or fail outcomes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bracketed placeholder with your own measured results and a screenshot of the controller running.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technical part by linking back to the problem: safe, predictable control of processes, and a foundation for larger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 and thank the faculty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36652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174240"/>
            <a:ext cx="10566400" cy="3870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36652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174240"/>
            <a:ext cx="10566400" cy="3870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A35F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PROJECT PRESENTATION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64920"/>
            <a:ext cx="10883392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Linux Signal-Based Process Controller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12800" y="2961640"/>
            <a:ext cx="10883392" cy="334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Managing the process lifecycle with POSIX signals: start, pause, resume and terminate.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12800" y="5123180"/>
            <a:ext cx="2527300" cy="922020"/>
          </a:xfrm>
          <a:prstGeom prst="roundRect">
            <a:avLst>
              <a:gd name="adj" fmla="val 11019"/>
            </a:avLst>
          </a:prstGeom>
          <a:solidFill>
            <a:srgbClr val="F1EFE8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5300980"/>
            <a:ext cx="2236851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K. Swathi Sree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600" y="5636260"/>
            <a:ext cx="223685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2520030410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92500" y="5123180"/>
            <a:ext cx="2527300" cy="922020"/>
          </a:xfrm>
          <a:prstGeom prst="roundRect">
            <a:avLst>
              <a:gd name="adj" fmla="val 11019"/>
            </a:avLst>
          </a:prstGeom>
          <a:solidFill>
            <a:srgbClr val="F1EFE8"/>
          </a:solidFill>
          <a:ln/>
        </p:spPr>
      </p:sp>
      <p:sp>
        <p:nvSpPr>
          <p:cNvPr id="9" name="Text 7"/>
          <p:cNvSpPr/>
          <p:nvPr/>
        </p:nvSpPr>
        <p:spPr>
          <a:xfrm>
            <a:off x="3670300" y="5300980"/>
            <a:ext cx="2236851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P. Asritha Chowdary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70300" y="5636260"/>
            <a:ext cx="223685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2520030592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5123180"/>
            <a:ext cx="2527300" cy="922020"/>
          </a:xfrm>
          <a:prstGeom prst="roundRect">
            <a:avLst>
              <a:gd name="adj" fmla="val 11019"/>
            </a:avLst>
          </a:prstGeom>
          <a:solidFill>
            <a:srgbClr val="F1EFE8"/>
          </a:solidFill>
          <a:ln/>
        </p:spPr>
      </p:sp>
      <p:sp>
        <p:nvSpPr>
          <p:cNvPr id="12" name="Text 10"/>
          <p:cNvSpPr/>
          <p:nvPr/>
        </p:nvSpPr>
        <p:spPr>
          <a:xfrm>
            <a:off x="6350000" y="5300980"/>
            <a:ext cx="2236851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Y. Akshaya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0000" y="5636260"/>
            <a:ext cx="223685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2520030577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851900" y="5123180"/>
            <a:ext cx="2527300" cy="922020"/>
          </a:xfrm>
          <a:prstGeom prst="roundRect">
            <a:avLst>
              <a:gd name="adj" fmla="val 11019"/>
            </a:avLst>
          </a:prstGeom>
          <a:solidFill>
            <a:srgbClr val="F2A33A"/>
          </a:solidFill>
          <a:ln/>
        </p:spPr>
      </p:sp>
      <p:sp>
        <p:nvSpPr>
          <p:cNvPr id="15" name="Text 13"/>
          <p:cNvSpPr/>
          <p:nvPr/>
        </p:nvSpPr>
        <p:spPr>
          <a:xfrm>
            <a:off x="9029700" y="5300980"/>
            <a:ext cx="2236851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K. Hema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29700" y="5636260"/>
            <a:ext cx="223685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Faculty guide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A35F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6652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Processes need control after they start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177415"/>
            <a:ext cx="3383677" cy="2251710"/>
          </a:xfrm>
          <a:prstGeom prst="roundRect">
            <a:avLst>
              <a:gd name="adj" fmla="val 4371"/>
            </a:avLst>
          </a:prstGeom>
          <a:solidFill>
            <a:srgbClr val="FFFFFF"/>
          </a:solidFill>
          <a:ln w="6350">
            <a:solidFill>
              <a:srgbClr val="D9D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2433320"/>
            <a:ext cx="295802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gap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71880" y="2839720"/>
            <a:ext cx="2958023" cy="135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Once a process is running, users often have only crude options: wait for it or kill it. Pausing, resuming and shutting down cleanly take care.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09202" y="2177415"/>
            <a:ext cx="3383756" cy="2251710"/>
          </a:xfrm>
          <a:prstGeom prst="roundRect">
            <a:avLst>
              <a:gd name="adj" fmla="val 4371"/>
            </a:avLst>
          </a:prstGeom>
          <a:solidFill>
            <a:srgbClr val="FFFFFF"/>
          </a:solidFill>
          <a:ln w="6350">
            <a:solidFill>
              <a:srgbClr val="D9D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5107" y="2433320"/>
            <a:ext cx="295810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risk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65107" y="2839720"/>
            <a:ext cx="2958105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Abrupt termination can leave files half-written and resources unreleased. Runaway processes also waste CPU and memory.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99333" y="2174240"/>
            <a:ext cx="3379867" cy="2258060"/>
          </a:xfrm>
          <a:prstGeom prst="roundRect">
            <a:avLst>
              <a:gd name="adj" fmla="val 4499"/>
            </a:avLst>
          </a:prstGeom>
          <a:solidFill>
            <a:srgbClr val="0F1B2D"/>
          </a:solidFill>
          <a:ln/>
        </p:spPr>
      </p:sp>
      <p:sp>
        <p:nvSpPr>
          <p:cNvPr id="11" name="Text 9"/>
          <p:cNvSpPr/>
          <p:nvPr/>
        </p:nvSpPr>
        <p:spPr>
          <a:xfrm>
            <a:off x="8253333" y="2428240"/>
            <a:ext cx="295802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4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Our answer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53333" y="2834640"/>
            <a:ext cx="2958023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controller that manages processes through Linux signals, giving safe, predictable control over their lifecycle.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Linux Signal-Based Process Controller ·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A35F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6652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the controller must do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177416"/>
            <a:ext cx="5175250" cy="1309370"/>
          </a:xfrm>
          <a:prstGeom prst="roundRect">
            <a:avLst>
              <a:gd name="adj" fmla="val 7517"/>
            </a:avLst>
          </a:prstGeom>
          <a:solidFill>
            <a:srgbClr val="FFFFFF"/>
          </a:solidFill>
          <a:ln w="6350">
            <a:solidFill>
              <a:srgbClr val="D9D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480" y="2407920"/>
            <a:ext cx="485566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Launch and track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6480" y="2758441"/>
            <a:ext cx="4855667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 a program as a child process and record its PID and state.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00775" y="2177416"/>
            <a:ext cx="5175250" cy="1309370"/>
          </a:xfrm>
          <a:prstGeom prst="roundRect">
            <a:avLst>
              <a:gd name="adj" fmla="val 7517"/>
            </a:avLst>
          </a:prstGeom>
          <a:solidFill>
            <a:srgbClr val="FFFFFF"/>
          </a:solidFill>
          <a:ln w="6350">
            <a:solidFill>
              <a:srgbClr val="D9D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31280" y="2407920"/>
            <a:ext cx="485566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Pause and resume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31280" y="2758441"/>
            <a:ext cx="4855667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Suspend and continue a process on demand without losing its work.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5975" y="3696336"/>
            <a:ext cx="5175250" cy="1309370"/>
          </a:xfrm>
          <a:prstGeom prst="roundRect">
            <a:avLst>
              <a:gd name="adj" fmla="val 7517"/>
            </a:avLst>
          </a:prstGeom>
          <a:solidFill>
            <a:srgbClr val="FFFFFF"/>
          </a:solidFill>
          <a:ln w="6350">
            <a:solidFill>
              <a:srgbClr val="D9D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6480" y="3926841"/>
            <a:ext cx="485566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Terminate gracefully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46480" y="4277361"/>
            <a:ext cx="4855667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Request a clean shutdown first and force a kill only when needed.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00775" y="3696336"/>
            <a:ext cx="5175250" cy="1309370"/>
          </a:xfrm>
          <a:prstGeom prst="roundRect">
            <a:avLst>
              <a:gd name="adj" fmla="val 7517"/>
            </a:avLst>
          </a:prstGeom>
          <a:solidFill>
            <a:srgbClr val="FFFFFF"/>
          </a:solidFill>
          <a:ln w="6350">
            <a:solidFill>
              <a:srgbClr val="D9D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1280" y="3926841"/>
            <a:ext cx="485566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React to events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31280" y="4277361"/>
            <a:ext cx="4855667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Handle signals such as SIGINT and SIGCHLD inside the controller itself.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Linux Signal-Based Process Controller ·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A35F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DESIGN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6652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parent controller steering child processes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184400"/>
            <a:ext cx="2939574" cy="1320800"/>
          </a:xfrm>
          <a:prstGeom prst="roundRect">
            <a:avLst>
              <a:gd name="adj" fmla="val 7692"/>
            </a:avLst>
          </a:prstGeom>
          <a:solidFill>
            <a:srgbClr val="F1EFE8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2413000"/>
            <a:ext cx="2556845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 commands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41400" y="2778761"/>
            <a:ext cx="2556845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start, pause, resume, stop, status</a:t>
            </a:r>
            <a:endParaRPr lang="en-US" sz="1400" dirty="0"/>
          </a:p>
        </p:txBody>
      </p:sp>
      <p:pic>
        <p:nvPicPr>
          <p:cNvPr id="7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79374" y="2667000"/>
            <a:ext cx="609600" cy="355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622324" y="2180591"/>
            <a:ext cx="2947273" cy="1328420"/>
          </a:xfrm>
          <a:prstGeom prst="roundRect">
            <a:avLst>
              <a:gd name="adj" fmla="val 7170"/>
            </a:avLst>
          </a:prstGeom>
          <a:solidFill>
            <a:srgbClr val="E3EEF0"/>
          </a:solidFill>
          <a:ln w="12700">
            <a:solidFill>
              <a:srgbClr val="3FB6A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54734" y="2413000"/>
            <a:ext cx="2556927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Controller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4854734" y="2778761"/>
            <a:ext cx="2556927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 table, signal handlers and the command loop</a:t>
            </a:r>
            <a:endParaRPr lang="en-US" sz="1400" dirty="0"/>
          </a:p>
        </p:txBody>
      </p:sp>
      <p:pic>
        <p:nvPicPr>
          <p:cNvPr id="11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02947" y="2667000"/>
            <a:ext cx="609600" cy="3556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439547" y="2184400"/>
            <a:ext cx="2939653" cy="1320800"/>
          </a:xfrm>
          <a:prstGeom prst="roundRect">
            <a:avLst>
              <a:gd name="adj" fmla="val 7692"/>
            </a:avLst>
          </a:prstGeom>
          <a:solidFill>
            <a:srgbClr val="F1EFE8"/>
          </a:solidFill>
          <a:ln/>
        </p:spPr>
      </p:sp>
      <p:sp>
        <p:nvSpPr>
          <p:cNvPr id="13" name="Text 9"/>
          <p:cNvSpPr/>
          <p:nvPr/>
        </p:nvSpPr>
        <p:spPr>
          <a:xfrm>
            <a:off x="8668147" y="2413000"/>
            <a:ext cx="2556927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Child process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8668147" y="2778761"/>
            <a:ext cx="2556927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Created with fork and exec, receives the signals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31850" y="3820161"/>
            <a:ext cx="0" cy="985520"/>
          </a:xfrm>
          <a:prstGeom prst="line">
            <a:avLst/>
          </a:prstGeom>
          <a:noFill/>
          <a:ln w="38100">
            <a:solidFill>
              <a:srgbClr val="3FB6A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51560" y="3870961"/>
            <a:ext cx="1063746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Feedback loop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1051560" y="4221480"/>
            <a:ext cx="1063746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When a child changes state, the kernel sends SIGCHLD to the controller. The controller calls waitpid and updates its process table.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Linux Signal-Based Process Controller ·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A35F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DESIGN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1572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Signals the controller uses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072639"/>
            <a:ext cx="10566400" cy="2881630"/>
          </a:xfrm>
          <a:prstGeom prst="rect">
            <a:avLst/>
          </a:prstGeom>
          <a:solidFill>
            <a:srgbClr val="FFFFF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82799"/>
          <a:ext cx="10556240" cy="2871470"/>
        </p:xfrm>
        <a:graphic>
          <a:graphicData uri="http://schemas.openxmlformats.org/drawingml/2006/table">
            <a:tbl>
              <a:tblPr/>
              <a:tblGrid>
                <a:gridCol w="2322373"/>
                <a:gridCol w="1266749"/>
                <a:gridCol w="6967118"/>
              </a:tblGrid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Signal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Role in the controller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SIGSTOP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19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Pause a process; it cannot be caught or ignored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SIGCONT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18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Resume a paused process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SIGTERM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15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Ask a process to shut down cleanly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SIGKILL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Force termination when SIGTERM fails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SIGINT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Ctrl+C, handled by the controller itself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SIGCHLD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17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Tells the controller a child changed state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Linux Signal-Based Process Controller · 5 · Signal numbers shown are for x86 Linux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A35F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IMPLEMENTATION APPROACH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6652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Four steps from command to cleanup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177414"/>
            <a:ext cx="2520950" cy="2066290"/>
          </a:xfrm>
          <a:prstGeom prst="roundRect">
            <a:avLst>
              <a:gd name="adj" fmla="val 4763"/>
            </a:avLst>
          </a:prstGeom>
          <a:solidFill>
            <a:srgbClr val="FFFFFF"/>
          </a:solidFill>
          <a:ln w="6350">
            <a:solidFill>
              <a:srgbClr val="D9D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480" y="2407921"/>
            <a:ext cx="2121738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A35F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46480" y="2903221"/>
            <a:ext cx="212173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Parse command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6480" y="3266439"/>
            <a:ext cx="2121738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user input and pick the action and target PID.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95675" y="2177414"/>
            <a:ext cx="2520950" cy="2066290"/>
          </a:xfrm>
          <a:prstGeom prst="roundRect">
            <a:avLst>
              <a:gd name="adj" fmla="val 4763"/>
            </a:avLst>
          </a:prstGeom>
          <a:solidFill>
            <a:srgbClr val="FFFFFF"/>
          </a:solidFill>
          <a:ln w="6350">
            <a:solidFill>
              <a:srgbClr val="D9D4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26180" y="2407921"/>
            <a:ext cx="2121738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A35F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726180" y="2903221"/>
            <a:ext cx="212173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Fork and exec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26180" y="3266439"/>
            <a:ext cx="2121738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Create a child and replace it with the requested program.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5375" y="2177414"/>
            <a:ext cx="2520950" cy="2066290"/>
          </a:xfrm>
          <a:prstGeom prst="roundRect">
            <a:avLst>
              <a:gd name="adj" fmla="val 4763"/>
            </a:avLst>
          </a:prstGeom>
          <a:solidFill>
            <a:srgbClr val="FFFFFF"/>
          </a:solidFill>
          <a:ln w="6350">
            <a:solidFill>
              <a:srgbClr val="D9D4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5880" y="2407921"/>
            <a:ext cx="2121738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A35F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405880" y="2903221"/>
            <a:ext cx="212173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Send signals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5880" y="3266439"/>
            <a:ext cx="2121738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kill to deliver SIGSTOP, SIGCONT or SIGTERM to the child.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55075" y="2177414"/>
            <a:ext cx="2520950" cy="2066290"/>
          </a:xfrm>
          <a:prstGeom prst="roundRect">
            <a:avLst>
              <a:gd name="adj" fmla="val 4763"/>
            </a:avLst>
          </a:prstGeom>
          <a:solidFill>
            <a:srgbClr val="FFFFFF"/>
          </a:solidFill>
          <a:ln w="6350">
            <a:solidFill>
              <a:srgbClr val="D9D4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85580" y="2407921"/>
            <a:ext cx="2121738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A35F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9085580" y="2903221"/>
            <a:ext cx="212173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Reap and update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085580" y="3266439"/>
            <a:ext cx="2121738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Handle SIGCHLD, call waitpid and refresh the process table.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Linux Signal-Based Process Controller ·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A35F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IMPLEMENTATION APPROACH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6652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 system calls in C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174239"/>
            <a:ext cx="10566400" cy="2976880"/>
          </a:xfrm>
          <a:prstGeom prst="roundRect">
            <a:avLst>
              <a:gd name="adj" fmla="val 3413"/>
            </a:avLst>
          </a:prstGeom>
          <a:solidFill>
            <a:srgbClr val="F1EFE8"/>
          </a:solidFill>
          <a:ln/>
        </p:spPr>
        <p:txBody>
          <a:bodyPr wrap="square" lIns="300442" tIns="249642" rIns="3262" bIns="224242" rtlCol="0" anchor="t">
            <a:normAutofit/>
          </a:bodyPr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600" dirty="0">
                <a:solidFill>
                  <a:srgbClr val="0F1B2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pid_t pid = fork();</a:t>
            </a:r>
            <a:endParaRPr lang="en-US" sz="1600" dirty="0"/>
          </a:p>
          <a:p>
            <a:pPr algn="l" indent="0" marL="0">
              <a:lnSpc>
                <a:spcPts val="2720"/>
              </a:lnSpc>
              <a:buNone/>
            </a:pPr>
            <a:r>
              <a:rPr lang="en-US" sz="1600" dirty="0">
                <a:solidFill>
                  <a:srgbClr val="0F1B2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(pid == 0) { execvp(argv[0], argv); _exit(127); }</a:t>
            </a:r>
            <a:endParaRPr lang="en-US" sz="1600" dirty="0"/>
          </a:p>
          <a:p>
            <a:pPr algn="l" indent="0" marL="0">
              <a:lnSpc>
                <a:spcPts val="2720"/>
              </a:lnSpc>
              <a:buNone/>
            </a:pPr>
            <a:r>
              <a:rPr lang="en-US" sz="1600" dirty="0">
                <a:solidFill>
                  <a:srgbClr val="0F1B2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kill(pid, SIGSTOP);  // pause</a:t>
            </a:r>
            <a:endParaRPr lang="en-US" sz="1600" dirty="0"/>
          </a:p>
          <a:p>
            <a:pPr algn="l" indent="0" marL="0">
              <a:lnSpc>
                <a:spcPts val="2720"/>
              </a:lnSpc>
              <a:buNone/>
            </a:pPr>
            <a:r>
              <a:rPr lang="en-US" sz="1600" dirty="0">
                <a:solidFill>
                  <a:srgbClr val="0F1B2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kill(pid, SIGCONT);  // resume</a:t>
            </a:r>
            <a:endParaRPr lang="en-US" sz="1600" dirty="0"/>
          </a:p>
          <a:p>
            <a:pPr algn="l" indent="0" marL="0">
              <a:lnSpc>
                <a:spcPts val="2720"/>
              </a:lnSpc>
              <a:buNone/>
            </a:pPr>
            <a:r>
              <a:rPr lang="en-US" sz="1600" dirty="0">
                <a:solidFill>
                  <a:srgbClr val="0F1B2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kill(pid, SIGTERM);  // graceful stop</a:t>
            </a:r>
            <a:endParaRPr lang="en-US" sz="1600" dirty="0"/>
          </a:p>
          <a:p>
            <a:pPr algn="l" indent="0" marL="0">
              <a:lnSpc>
                <a:spcPts val="2720"/>
              </a:lnSpc>
              <a:buNone/>
            </a:pPr>
            <a:r>
              <a:rPr lang="en-US" sz="1600" dirty="0">
                <a:solidFill>
                  <a:srgbClr val="0F1B2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sigaction(SIGCHLD, &amp;sa, NULL);  // reap children</a:t>
            </a:r>
            <a:endParaRPr lang="en-US" sz="1600" dirty="0"/>
          </a:p>
          <a:p>
            <a:pPr algn="l" indent="0" marL="0">
              <a:lnSpc>
                <a:spcPts val="2720"/>
              </a:lnSpc>
              <a:buNone/>
            </a:pPr>
            <a:r>
              <a:rPr lang="en-US" sz="1600" dirty="0">
                <a:solidFill>
                  <a:srgbClr val="0F1B2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waitpid(pid, &amp;status, WNOHANG);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Linux Signal-Based Process Controller · 7 · Simplified excerpt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A35F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TECHNOLOGIES USED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1572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Plain C on Linux, no extra frameworks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072639"/>
            <a:ext cx="10566400" cy="2471420"/>
          </a:xfrm>
          <a:prstGeom prst="rect">
            <a:avLst/>
          </a:prstGeom>
          <a:solidFill>
            <a:srgbClr val="FFFFF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82799"/>
          <a:ext cx="10556240" cy="2461260"/>
        </p:xfrm>
        <a:graphic>
          <a:graphicData uri="http://schemas.openxmlformats.org/drawingml/2006/table">
            <a:tbl>
              <a:tblPr/>
              <a:tblGrid>
                <a:gridCol w="2744622"/>
                <a:gridCol w="7811618"/>
              </a:tblGrid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Layer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Technology and purpose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Language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C, for direct access to POSIX system calls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Platform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Linux, with its kernel signal and process model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System calls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fork, execvp, kill, sigaction, waitpid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Build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GCC compiler and Make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Verification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ps, top and strace to observe process state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Linux Signal-Based Process Controller · 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A35F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TESTING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1572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test for each controller action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072642"/>
            <a:ext cx="10566400" cy="2694940"/>
          </a:xfrm>
          <a:prstGeom prst="rect">
            <a:avLst/>
          </a:prstGeom>
          <a:solidFill>
            <a:srgbClr val="F1EFE8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82802"/>
          <a:ext cx="10556240" cy="2684780"/>
        </p:xfrm>
        <a:graphic>
          <a:graphicData uri="http://schemas.openxmlformats.org/drawingml/2006/table">
            <a:tbl>
              <a:tblPr/>
              <a:tblGrid>
                <a:gridCol w="2322373"/>
                <a:gridCol w="3166872"/>
                <a:gridCol w="5066995"/>
              </a:tblGrid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Test case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E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E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Action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5BE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E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E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Expected behavior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5BE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E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E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0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Launch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E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start a program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E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Child appears in ps with its PID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E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Pause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send SIGSTOP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 changes to stopped (T)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Resume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send SIGCONT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Process runs again from where it paused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Graceful stop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send SIGTERM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Process exits and is reaped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Force kill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send SIGKILL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Unresponsive process ends at once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Interrupt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press Ctrl+C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Controller handles SIGINT and exits cleanly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F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Linux Signal-Based Process Controller · 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A35F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RESULTS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6652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controller manages the full lifecycle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177417"/>
            <a:ext cx="3380264" cy="1436370"/>
          </a:xfrm>
          <a:prstGeom prst="roundRect">
            <a:avLst>
              <a:gd name="adj" fmla="val 6852"/>
            </a:avLst>
          </a:prstGeom>
          <a:solidFill>
            <a:srgbClr val="FFFFFF"/>
          </a:solidFill>
          <a:ln w="6350">
            <a:solidFill>
              <a:srgbClr val="D9D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2433321"/>
            <a:ext cx="2954507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control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71880" y="2824479"/>
            <a:ext cx="295450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Start, pause, resume and stop work through signals alone.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05789" y="2177417"/>
            <a:ext cx="3380343" cy="1436370"/>
          </a:xfrm>
          <a:prstGeom prst="roundRect">
            <a:avLst>
              <a:gd name="adj" fmla="val 6852"/>
            </a:avLst>
          </a:prstGeom>
          <a:solidFill>
            <a:srgbClr val="FFFFFF"/>
          </a:solidFill>
          <a:ln w="6350">
            <a:solidFill>
              <a:srgbClr val="D9D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1694" y="2433321"/>
            <a:ext cx="2954589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Clean shutdown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661694" y="2824479"/>
            <a:ext cx="295458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SIGTERM comes first, with SIGKILL as the fallback.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95682" y="2177417"/>
            <a:ext cx="3380343" cy="1436370"/>
          </a:xfrm>
          <a:prstGeom prst="roundRect">
            <a:avLst>
              <a:gd name="adj" fmla="val 6852"/>
            </a:avLst>
          </a:prstGeom>
          <a:solidFill>
            <a:srgbClr val="FFFFFF"/>
          </a:solidFill>
          <a:ln w="6350">
            <a:solidFill>
              <a:srgbClr val="D9D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1587" y="2433321"/>
            <a:ext cx="2954589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zombies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251587" y="2824479"/>
            <a:ext cx="295458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SIGCHLD handling reaps finished children promptly.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9150" y="3928114"/>
            <a:ext cx="10553700" cy="561340"/>
          </a:xfrm>
          <a:prstGeom prst="roundRect">
            <a:avLst>
              <a:gd name="adj" fmla="val 16968"/>
            </a:avLst>
          </a:prstGeom>
          <a:noFill/>
          <a:ln w="12700">
            <a:solidFill>
              <a:srgbClr val="A35F00"/>
            </a:solidFill>
            <a:prstDash val="dash"/>
          </a:ln>
        </p:spPr>
        <p:txBody>
          <a:bodyPr wrap="square" lIns="179112" tIns="128312" rIns="0" bIns="10291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your measurements:</a:t>
            </a: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[response time per signal] · [number of test runs] · [sample terminal output]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Linux Signal-Based Process Controller ·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A35F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IMPACT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6652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signal-based control matters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174242"/>
            <a:ext cx="5181600" cy="1056640"/>
          </a:xfrm>
          <a:prstGeom prst="roundRect">
            <a:avLst>
              <a:gd name="adj" fmla="val 9615"/>
            </a:avLst>
          </a:prstGeom>
          <a:solidFill>
            <a:srgbClr val="F1EFE8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2402842"/>
            <a:ext cx="486613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Reliability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1400" y="2753364"/>
            <a:ext cx="48661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Graceful shutdown protects data and releases resources.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97600" y="2174242"/>
            <a:ext cx="5181600" cy="1056640"/>
          </a:xfrm>
          <a:prstGeom prst="roundRect">
            <a:avLst>
              <a:gd name="adj" fmla="val 9615"/>
            </a:avLst>
          </a:prstGeom>
          <a:solidFill>
            <a:srgbClr val="F1EFE8"/>
          </a:solidFill>
          <a:ln/>
        </p:spPr>
      </p:sp>
      <p:sp>
        <p:nvSpPr>
          <p:cNvPr id="8" name="Text 6"/>
          <p:cNvSpPr/>
          <p:nvPr/>
        </p:nvSpPr>
        <p:spPr>
          <a:xfrm>
            <a:off x="6426200" y="2402842"/>
            <a:ext cx="486613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Resource control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26200" y="2753364"/>
            <a:ext cx="495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Pausing heavy jobs frees CPU without losing their progress.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2800" y="3434079"/>
            <a:ext cx="5181600" cy="1305560"/>
          </a:xfrm>
          <a:prstGeom prst="roundRect">
            <a:avLst>
              <a:gd name="adj" fmla="val 7782"/>
            </a:avLst>
          </a:prstGeom>
          <a:solidFill>
            <a:srgbClr val="F1EFE8"/>
          </a:solidFill>
          <a:ln/>
        </p:spPr>
      </p:sp>
      <p:sp>
        <p:nvSpPr>
          <p:cNvPr id="11" name="Text 9"/>
          <p:cNvSpPr/>
          <p:nvPr/>
        </p:nvSpPr>
        <p:spPr>
          <a:xfrm>
            <a:off x="1041400" y="3662679"/>
            <a:ext cx="486613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Learning value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41400" y="4013200"/>
            <a:ext cx="486613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Shows how processes, signals and the kernel work together.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97600" y="3434079"/>
            <a:ext cx="5181600" cy="1305560"/>
          </a:xfrm>
          <a:prstGeom prst="roundRect">
            <a:avLst>
              <a:gd name="adj" fmla="val 7782"/>
            </a:avLst>
          </a:prstGeom>
          <a:solidFill>
            <a:srgbClr val="F1EFE8"/>
          </a:solidFill>
          <a:ln/>
        </p:spPr>
      </p:sp>
      <p:sp>
        <p:nvSpPr>
          <p:cNvPr id="14" name="Text 12"/>
          <p:cNvSpPr/>
          <p:nvPr/>
        </p:nvSpPr>
        <p:spPr>
          <a:xfrm>
            <a:off x="6426200" y="3662679"/>
            <a:ext cx="486613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Easy to extend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26200" y="4013200"/>
            <a:ext cx="48661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base for job schedulers and process supervisors.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Linux Signal-Based Process Controller · 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2167892"/>
            <a:ext cx="10883392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1" i="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831850" y="3382014"/>
            <a:ext cx="0" cy="1308100"/>
          </a:xfrm>
          <a:prstGeom prst="line">
            <a:avLst/>
          </a:prstGeom>
          <a:noFill/>
          <a:ln w="38100">
            <a:solidFill>
              <a:srgbClr val="0F1B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3407414"/>
            <a:ext cx="1063746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K. Swathi Sree · 2520030410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51560" y="3737614"/>
            <a:ext cx="1063746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P. Asritha Chowdary · 2520030592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4067814"/>
            <a:ext cx="1063746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Y. Akshaya · 2520030577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4398014"/>
            <a:ext cx="1063746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Faculty guide: K. Hema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nux Signal-Based Process Controller">
  <a:themeElements>
    <a:clrScheme name="Linux Signal-Based Process Controller">
      <a:dk1>
        <a:srgbClr val="0F1B2D"/>
      </a:dk1>
      <a:lt1>
        <a:srgbClr val="FFFFFF"/>
      </a:lt1>
      <a:dk2>
        <a:srgbClr val="4B5462"/>
      </a:dk2>
      <a:lt2>
        <a:srgbClr val="E7E8EA"/>
      </a:lt2>
      <a:accent1>
        <a:srgbClr val="A35F00"/>
      </a:accent1>
      <a:accent2>
        <a:srgbClr val="F2A33A"/>
      </a:accent2>
      <a:accent3>
        <a:srgbClr val="4A5568"/>
      </a:accent3>
      <a:accent4>
        <a:srgbClr val="E3EEF0"/>
      </a:accent4>
      <a:accent5>
        <a:srgbClr val="CBD5E1"/>
      </a:accent5>
      <a:accent6>
        <a:srgbClr val="9AA0A6"/>
      </a:accent6>
      <a:hlink>
        <a:srgbClr val="0563C1"/>
      </a:hlink>
      <a:folHlink>
        <a:srgbClr val="954F72"/>
      </a:folHlink>
    </a:clrScheme>
    <a:fontScheme name="Linux Signal-Based Process Controller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Signal-Based Process Controller</dc:title>
  <dc:subject/>
  <dc:creator/>
  <cp:lastModifiedBy/>
  <cp:revision>1</cp:revision>
  <dcterms:created xsi:type="dcterms:W3CDTF">2026-10-17T04:55:39Z</dcterms:created>
  <dcterms:modified xsi:type="dcterms:W3CDTF">2026-10-17T04:55:39Z</dcterms:modified>
</cp:coreProperties>
</file>